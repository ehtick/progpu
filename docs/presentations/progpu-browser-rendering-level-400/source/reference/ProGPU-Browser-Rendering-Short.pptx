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580b9670194ee8" /><Relationship Type="http://schemas.openxmlformats.org/officeDocument/2006/relationships/extended-properties" Target="/docProps/app.xml" Id="R6b64a341e3d54b67" /><Relationship Type="http://schemas.openxmlformats.org/officeDocument/2006/relationships/officeDocument" Target="/ppt/presentation.xml" Id="R100e21b50c1648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d1934255ec4740"/>
  </p:sldMasterIdLst>
  <p:notesMasterIdLst>
    <p:notesMasterId xmlns:r="http://schemas.openxmlformats.org/officeDocument/2006/relationships" r:id="R91c1317d315b4fac"/>
  </p:notesMasterIdLst>
  <p:sldIdLst>
    <p:sldId xmlns:r="http://schemas.openxmlformats.org/officeDocument/2006/relationships" id="256" r:id="R51a3b585aaf14cc0"/>
    <p:sldId xmlns:r="http://schemas.openxmlformats.org/officeDocument/2006/relationships" id="257" r:id="R211ce3971d4f49d1"/>
    <p:sldId xmlns:r="http://schemas.openxmlformats.org/officeDocument/2006/relationships" id="258" r:id="R0164749bd1534dad"/>
    <p:sldId xmlns:r="http://schemas.openxmlformats.org/officeDocument/2006/relationships" id="259" r:id="R52200b21c65f47ea"/>
    <p:sldId xmlns:r="http://schemas.openxmlformats.org/officeDocument/2006/relationships" id="260" r:id="R8ec89c45c2144f1d"/>
    <p:sldId xmlns:r="http://schemas.openxmlformats.org/officeDocument/2006/relationships" id="261" r:id="R7d1db61631124c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2d8bb1fe4d40ce" /><Relationship Type="http://schemas.openxmlformats.org/officeDocument/2006/relationships/slideMaster" Target="/ppt/slideMasters/slideMaster1.xml" Id="R86d1934255ec4740" /><Relationship Type="http://schemas.openxmlformats.org/officeDocument/2006/relationships/notesMaster" Target="/ppt/notesMasters/notesMaster1.xml" Id="R91c1317d315b4fac" /><Relationship Type="http://schemas.openxmlformats.org/officeDocument/2006/relationships/presProps" Target="/ppt/presProps.xml" Id="Re472a441634b4e87" /><Relationship Type="http://schemas.openxmlformats.org/officeDocument/2006/relationships/tableStyles" Target="/ppt/tableStyles.xml" Id="Rdfedb4b193134a78" /><Relationship Type="http://schemas.openxmlformats.org/officeDocument/2006/relationships/slide" Target="/ppt/slides/slide1.xml" Id="R51a3b585aaf14cc0" /><Relationship Type="http://schemas.openxmlformats.org/officeDocument/2006/relationships/slide" Target="/ppt/slides/slide2.xml" Id="R211ce3971d4f49d1" /><Relationship Type="http://schemas.openxmlformats.org/officeDocument/2006/relationships/slide" Target="/ppt/slides/slide3.xml" Id="R0164749bd1534dad" /><Relationship Type="http://schemas.openxmlformats.org/officeDocument/2006/relationships/slide" Target="/ppt/slides/slide4.xml" Id="R52200b21c65f47ea" /><Relationship Type="http://schemas.openxmlformats.org/officeDocument/2006/relationships/slide" Target="/ppt/slides/slide5.xml" Id="R8ec89c45c2144f1d" /><Relationship Type="http://schemas.openxmlformats.org/officeDocument/2006/relationships/slide" Target="/ppt/slides/slide6.xml" Id="R7d1db61631124c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5c59fad1744b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cf04f04b3449b6" /><Relationship Type="http://schemas.openxmlformats.org/officeDocument/2006/relationships/notesMaster" Target="/ppt/notesMasters/notesMaster1.xml" Id="Rc0e8c459336040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0d1f734e8d41d5" /><Relationship Type="http://schemas.openxmlformats.org/officeDocument/2006/relationships/notesMaster" Target="/ppt/notesMasters/notesMaster1.xml" Id="R47066b5c5bf546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dc39cb464e44ea" /><Relationship Type="http://schemas.openxmlformats.org/officeDocument/2006/relationships/notesMaster" Target="/ppt/notesMasters/notesMaster1.xml" Id="Re867e2199c5c47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9d92def64a4eab" /><Relationship Type="http://schemas.openxmlformats.org/officeDocument/2006/relationships/notesMaster" Target="/ppt/notesMasters/notesMaster1.xml" Id="Rff232b4b3cf448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23c0cb9e9443f4" /><Relationship Type="http://schemas.openxmlformats.org/officeDocument/2006/relationships/notesMaster" Target="/ppt/notesMasters/notesMaster1.xml" Id="R32dc442ce29c4a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f80bcbbde74c73" /><Relationship Type="http://schemas.openxmlformats.org/officeDocument/2006/relationships/notesMaster" Target="/ppt/notesMasters/notesMaster1.xml" Id="Rb47ff30020b746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25826373740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6cddaea110426e" /><Relationship Type="http://schemas.openxmlformats.org/officeDocument/2006/relationships/slideLayout" Target="/ppt/slideLayouts/slideLayout1.xml" Id="Rcf8184d0521d4a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8184d0521d4a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b855c644543b2" /><Relationship Type="http://schemas.openxmlformats.org/officeDocument/2006/relationships/notesSlide" Target="/ppt/notesSlides/notesSlide1.xml" Id="R362c2a44395647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66830422b44a9" /><Relationship Type="http://schemas.openxmlformats.org/officeDocument/2006/relationships/image" Target="/ppt/media/image.jpeg" Id="R4cb663398df94174" /><Relationship Type="http://schemas.openxmlformats.org/officeDocument/2006/relationships/notesSlide" Target="/ppt/notesSlides/notesSlide2.xml" Id="R18a12afe107a41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8c3600beb41a5" /><Relationship Type="http://schemas.openxmlformats.org/officeDocument/2006/relationships/notesSlide" Target="/ppt/notesSlides/notesSlide3.xml" Id="R40ff94f5698040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d99da950f4eaf" /><Relationship Type="http://schemas.openxmlformats.org/officeDocument/2006/relationships/notesSlide" Target="/ppt/notesSlides/notesSlide4.xml" Id="Rdfe153808b8041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01d552b1d405c" /><Relationship Type="http://schemas.openxmlformats.org/officeDocument/2006/relationships/notesSlide" Target="/ppt/notesSlides/notesSlide5.xml" Id="R5b36a71a15c240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2f5d6950d4da8" /><Relationship Type="http://schemas.openxmlformats.org/officeDocument/2006/relationships/notesSlide" Target="/ppt/notesSlides/notesSlide6.xml" Id="R9ea7c04ca1b440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26CFE3E-7C6B-4347-B878-AE747B63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667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PROGPU / BROWSER WEBGPU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F69EC77-0A62-403B-96F9-A7326C3C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1028700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ProGPU renders
</a:t>
            </a:r>
            <a:r>
              <a:rPr sz="54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inside the browser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BED9B8F-7856-4A48-AEED-D57C8DF1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05375"/>
            <a:ext cx="8763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retained renderer. A batched WebAssembly transport. Direct navigator.gpu execution.</a:t>
            </a:r>
          </a:p>
        </p:txBody>
      </p:sp>
    </p:spTree>
    <p:extLst>
      <p:ext uri="{BB962C8B-B14F-4D97-AF65-F5344CB8AC3E}">
        <p14:creationId xmlns:p14="http://schemas.microsoft.com/office/powerpoint/2010/main" val="966512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">
            <a:extLst xmlns:a="http://schemas.openxmlformats.org/drawingml/2006/main">
              <a:ext uri="{FF2B5EF4-FFF2-40B4-BE49-F238E27FC236}">
                <a16:creationId xmlns:a16="http://schemas.microsoft.com/office/drawing/2014/main" id="{86984A93-4D10-4DA1-A9D8-9D010037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browser runs the real ProGPU gallery</a:t>
            </a:r>
          </a:p>
        </p:txBody>
      </p:sp>
      <p:sp>
        <p:nvSpPr>
          <p:cNvPr id="2" name="live-copy">
            <a:extLst xmlns:a="http://schemas.openxmlformats.org/drawingml/2006/main">
              <a:ext uri="{FF2B5EF4-FFF2-40B4-BE49-F238E27FC236}">
                <a16:creationId xmlns:a16="http://schemas.microsoft.com/office/drawing/2014/main" id="{B40876F0-F88C-4C20-92C1-EA155F5B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85950"/>
            <a:ext cx="4905375" cy="373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the host and transport change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9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browser sample reuses the shared WinUI-shaped gallery, compositor, retained scene compiler, resource caches, compute passes, and WGSL shaders.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The screen at right is the locally published Release AOT build executing on navigator.gpu.</a:t>
            </a:r>
          </a:p>
        </p:txBody>
      </p:sp>
      <p:sp>
        <p:nvSpPr>
          <p:cNvPr id="3" name="live-image-backing">
            <a:extLst xmlns:a="http://schemas.openxmlformats.org/drawingml/2006/main">
              <a:ext uri="{FF2B5EF4-FFF2-40B4-BE49-F238E27FC236}">
                <a16:creationId xmlns:a16="http://schemas.microsoft.com/office/drawing/2014/main" id="{8582252C-126C-4DEA-9D34-D491BF3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6115050" cy="3438525"/>
          </a:xfrm>
          <a:prstGeom xmlns:a="http://schemas.openxmlformats.org/drawingml/2006/main" prst="roundRect">
            <a:avLst>
              <a:gd name="adj" fmla="val 2216"/>
            </a:avLst>
          </a:prstGeom>
          <a:solidFill xmlns:a="http://schemas.openxmlformats.org/drawingml/2006/main">
            <a:srgbClr val="0C0C1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caption-band">
            <a:extLst xmlns:a="http://schemas.openxmlformats.org/drawingml/2006/main">
              <a:ext uri="{FF2B5EF4-FFF2-40B4-BE49-F238E27FC236}">
                <a16:creationId xmlns:a16="http://schemas.microsoft.com/office/drawing/2014/main" id="{50C0FE48-C5A4-44EC-8F85-D3D4CE9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91125"/>
            <a:ext cx="6115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ve-caption">
            <a:extLst xmlns:a="http://schemas.openxmlformats.org/drawingml/2006/main">
              <a:ext uri="{FF2B5EF4-FFF2-40B4-BE49-F238E27FC236}">
                <a16:creationId xmlns:a16="http://schemas.microsoft.com/office/drawing/2014/main" id="{7C3EBDDF-E5A5-47D5-ABC1-13A5D31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4102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AOT  •  WEBGPU  •  120 FPS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7433747C-2553-4343-A7A7-653EA2BC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663398df94174"/>
          <a:stretch xmlns:a="http://schemas.openxmlformats.org/drawingml/2006/main"/>
        </p:blipFill>
        <p:spPr>
          <a:xfrm xmlns:a="http://schemas.openxmlformats.org/drawingml/2006/main">
            <a:off x="5677958" y="1562100"/>
            <a:ext cx="6112933" cy="3438525"/>
          </a:xfrm>
          <a:prstGeom xmlns:a="http://schemas.openxmlformats.org/drawingml/2006/main" prst="roundRect">
            <a:avLst>
              <a:gd name="adj" fmla="val 3324"/>
            </a:avLst>
          </a:prstGeom>
        </p:spPr>
      </p:pic>
    </p:spTree>
    <p:extLst>
      <p:ext uri="{BB962C8B-B14F-4D97-AF65-F5344CB8AC3E}">
        <p14:creationId xmlns:p14="http://schemas.microsoft.com/office/powerpoint/2010/main" val="257880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38C68DFE-5CFE-4286-AF41-E832E49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frame crosses one typed boundary, then stays ordered</a:t>
            </a:r>
          </a:p>
        </p:txBody>
      </p:sp>
      <p:cxnSp>
        <p:nvCxnSpPr>
          <p:cNvPr id="17" name="journey-line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journey-dot-1">
            <a:extLst xmlns:a="http://schemas.openxmlformats.org/drawingml/2006/main">
              <a:ext uri="{FF2B5EF4-FFF2-40B4-BE49-F238E27FC236}">
                <a16:creationId xmlns:a16="http://schemas.microsoft.com/office/drawing/2014/main" id="{CEE30B44-3CED-46FB-9781-32F69265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journey-dot-2">
            <a:extLst xmlns:a="http://schemas.openxmlformats.org/drawingml/2006/main">
              <a:ext uri="{FF2B5EF4-FFF2-40B4-BE49-F238E27FC236}">
                <a16:creationId xmlns:a16="http://schemas.microsoft.com/office/drawing/2014/main" id="{7C8EBB7C-677D-4DBA-A566-CD29043B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journey-dot-3">
            <a:extLst xmlns:a="http://schemas.openxmlformats.org/drawingml/2006/main">
              <a:ext uri="{FF2B5EF4-FFF2-40B4-BE49-F238E27FC236}">
                <a16:creationId xmlns:a16="http://schemas.microsoft.com/office/drawing/2014/main" id="{201CDC92-08B5-443A-9BB2-E2D27D66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7494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journey-card-1">
            <a:extLst xmlns:a="http://schemas.openxmlformats.org/drawingml/2006/main">
              <a:ext uri="{FF2B5EF4-FFF2-40B4-BE49-F238E27FC236}">
                <a16:creationId xmlns:a16="http://schemas.microsoft.com/office/drawing/2014/main" id="{08C2A0E9-F8C0-488A-A71D-BF561F40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journey-card-2">
            <a:extLst xmlns:a="http://schemas.openxmlformats.org/drawingml/2006/main">
              <a:ext uri="{FF2B5EF4-FFF2-40B4-BE49-F238E27FC236}">
                <a16:creationId xmlns:a16="http://schemas.microsoft.com/office/drawing/2014/main" id="{B3525CC2-B141-458E-A7FC-E720D9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journey-card-3">
            <a:extLst xmlns:a="http://schemas.openxmlformats.org/drawingml/2006/main">
              <a:ext uri="{FF2B5EF4-FFF2-40B4-BE49-F238E27FC236}">
                <a16:creationId xmlns:a16="http://schemas.microsoft.com/office/drawing/2014/main" id="{D7A555A5-ADD0-4F57-8159-4DAE476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journey-text-1">
            <a:extLst xmlns:a="http://schemas.openxmlformats.org/drawingml/2006/main">
              <a:ext uri="{FF2B5EF4-FFF2-40B4-BE49-F238E27FC236}">
                <a16:creationId xmlns:a16="http://schemas.microsoft.com/office/drawing/2014/main" id="{84AB027B-8D32-4D84-95F8-D35AB76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Record in C#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Layout, animation, input, scene compilation, uploads, render passes, and compute passes use the same IWebGpuApi calls as desktop.</a:t>
            </a:r>
          </a:p>
        </p:txBody>
      </p:sp>
      <p:sp>
        <p:nvSpPr>
          <p:cNvPr id="10" name="journey-text-2">
            <a:extLst xmlns:a="http://schemas.openxmlformats.org/drawingml/2006/main">
              <a:ext uri="{FF2B5EF4-FFF2-40B4-BE49-F238E27FC236}">
                <a16:creationId xmlns:a16="http://schemas.microsoft.com/office/drawing/2014/main" id="{AA2DF6F2-DFEA-4088-9AA3-FA0473B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Batch the frame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BrowserWebGpuApi writes a compact, versioned, little-endian command packet. All commands for the managed frame travel as one ordered batch.</a:t>
            </a:r>
          </a:p>
        </p:txBody>
      </p:sp>
      <p:sp>
        <p:nvSpPr>
          <p:cNvPr id="11" name="journey-text-3">
            <a:extLst xmlns:a="http://schemas.openxmlformats.org/drawingml/2006/main">
              <a:ext uri="{FF2B5EF4-FFF2-40B4-BE49-F238E27FC236}">
                <a16:creationId xmlns:a16="http://schemas.microsoft.com/office/drawing/2014/main" id="{0A04127B-C25B-44D9-9C9D-DC566CF5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9750"/>
            <a:ext cx="2949321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90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 Decode on the web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JavaScript resolves generation-checked handles and issues GPUDevice, command encoder, queue, surface, render-pass, and compute-pass operations on navigator.gpu.</a:t>
            </a:r>
          </a:p>
        </p:txBody>
      </p:sp>
      <p:sp>
        <p:nvSpPr>
          <p:cNvPr id="12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390BE2BE-4186-4A64-9F8F-A5E6DEDF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MANAGED</a:t>
            </a:r>
          </a:p>
        </p:txBody>
      </p:sp>
      <p:sp>
        <p:nvSpPr>
          <p:cNvPr id="13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F3D7DE54-E83A-413F-A77D-4A1EA188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PACKET</a:t>
            </a:r>
          </a:p>
        </p:txBody>
      </p:sp>
      <p:sp>
        <p:nvSpPr>
          <p:cNvPr id="14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4698FCF4-C717-44F1-94A9-9BF1652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29275"/>
            <a:ext cx="2595944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WEBGPU</a:t>
            </a:r>
          </a:p>
        </p:txBody>
      </p:sp>
      <p:sp>
        <p:nvSpPr>
          <p:cNvPr id="15" name="page-3">
            <a:extLst xmlns:a="http://schemas.openxmlformats.org/drawingml/2006/main">
              <a:ext uri="{FF2B5EF4-FFF2-40B4-BE49-F238E27FC236}">
                <a16:creationId xmlns:a16="http://schemas.microsoft.com/office/drawing/2014/main" id="{73D1278C-1E6A-441F-9C98-B1BD6C5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9453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5FBB64F-188D-4068-82D5-C0DFDBC9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Retained GPU state keeps browser frames cheap and sharp</a:t>
            </a:r>
          </a:p>
        </p:txBody>
      </p:sp>
      <p:sp>
        <p:nvSpPr>
          <p:cNvPr id="2" name="retained-1">
            <a:extLst xmlns:a="http://schemas.openxmlformats.org/drawingml/2006/main">
              <a:ext uri="{FF2B5EF4-FFF2-40B4-BE49-F238E27FC236}">
                <a16:creationId xmlns:a16="http://schemas.microsoft.com/office/drawing/2014/main" id="{92CD907F-B7D7-4F78-B535-07E033D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 Scene reuse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Unchanged visual trees replay compiled draw calls instead of rebuilding commands or uploads.</a:t>
            </a:r>
          </a:p>
        </p:txBody>
      </p:sp>
      <p:sp>
        <p:nvSpPr>
          <p:cNvPr id="3" name="retained-2">
            <a:extLst xmlns:a="http://schemas.openxmlformats.org/drawingml/2006/main">
              <a:ext uri="{FF2B5EF4-FFF2-40B4-BE49-F238E27FC236}">
                <a16:creationId xmlns:a16="http://schemas.microsoft.com/office/drawing/2014/main" id="{D7835C8D-BD29-4354-A3A2-8B7949BA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 GPU resource identity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Opaque generation-checked handles keep buffers, textures, pipelines, bind groups, and samplers stable across packets.</a:t>
            </a:r>
          </a:p>
        </p:txBody>
      </p:sp>
      <p:sp>
        <p:nvSpPr>
          <p:cNvPr id="4" name="retained-3">
            <a:extLst xmlns:a="http://schemas.openxmlformats.org/drawingml/2006/main">
              <a:ext uri="{FF2B5EF4-FFF2-40B4-BE49-F238E27FC236}">
                <a16:creationId xmlns:a16="http://schemas.microsoft.com/office/drawing/2014/main" id="{5797D21C-0452-4285-8B14-49FCA5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0"/>
            <a:ext cx="4953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 Direct WGSL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embedded shader text is passed directly to GPUDevice.createShaderModule—there is no browser shader fork.</a:t>
            </a:r>
          </a:p>
        </p:txBody>
      </p:sp>
      <p:sp>
        <p:nvSpPr>
          <p:cNvPr id="5" name="retained-4">
            <a:extLst xmlns:a="http://schemas.openxmlformats.org/drawingml/2006/main">
              <a:ext uri="{FF2B5EF4-FFF2-40B4-BE49-F238E27FC236}">
                <a16:creationId xmlns:a16="http://schemas.microsoft.com/office/drawing/2014/main" id="{0E28302A-D126-4EB1-999D-C9AE73EB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005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 Analytic quality</a:t>
            </a:r>
          </a:p>
          <a:p xmlns:a="http://schemas.openxmlformats.org/drawingml/2006/main">
            <a:pPr algn="l">
              <a:lnSpc>
                <a:spcPct val="114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Paths and retained glyph outlines remain GPU geometry; camera changes update uniforms while curves and antialiasing stay full quality.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CA81C0A-7133-4980-A090-910A6CD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2925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5">
            <a:extLst xmlns:a="http://schemas.openxmlformats.org/drawingml/2006/main">
              <a:ext uri="{FF2B5EF4-FFF2-40B4-BE49-F238E27FC236}">
                <a16:creationId xmlns:a16="http://schemas.microsoft.com/office/drawing/2014/main" id="{1AE7B18F-0204-47DF-8751-03D267ED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Debug and Release use the same rendering architecture</a:t>
            </a:r>
          </a:p>
        </p:txBody>
      </p:sp>
      <p:sp>
        <p:nvSpPr>
          <p:cNvPr id="2" name="debug-mode">
            <a:extLst xmlns:a="http://schemas.openxmlformats.org/drawingml/2006/main">
              <a:ext uri="{FF2B5EF4-FFF2-40B4-BE49-F238E27FC236}">
                <a16:creationId xmlns:a16="http://schemas.microsoft.com/office/drawing/2014/main" id="{4C1A0435-CEC7-4115-ACAE-9D47C4AE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Debug / iterate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Managed WebAssembly interpreter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.NET WebAssembly Hot Reload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Framework reconciles active and cached UI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Same dispatcher, packets, resources, and shaders</a:t>
            </a:r>
          </a:p>
        </p:txBody>
      </p:sp>
      <p:sp>
        <p:nvSpPr>
          <p:cNvPr id="3" name="release-mode">
            <a:extLst xmlns:a="http://schemas.openxmlformats.org/drawingml/2006/main">
              <a:ext uri="{FF2B5EF4-FFF2-40B4-BE49-F238E27FC236}">
                <a16:creationId xmlns:a16="http://schemas.microsoft.com/office/drawing/2014/main" id="{449BCF37-B8E2-4BDA-8E80-48D2C1FF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52625"/>
            <a:ext cx="51435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Release / ship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Managed WebAssembly AOT compilation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Trimming, SIMD, and native relinking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5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Static assets deploy to any compatible host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Hot Reload is off; rendering is unchanged</a:t>
            </a:r>
          </a:p>
        </p:txBody>
      </p:sp>
      <p:sp>
        <p:nvSpPr>
          <p:cNvPr id="4" name="mode-accent-left">
            <a:extLst xmlns:a="http://schemas.openxmlformats.org/drawingml/2006/main">
              <a:ext uri="{FF2B5EF4-FFF2-40B4-BE49-F238E27FC236}">
                <a16:creationId xmlns:a16="http://schemas.microsoft.com/office/drawing/2014/main" id="{3289F1FE-5FAA-47F8-B21D-49548584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mode-accent-right">
            <a:extLst xmlns:a="http://schemas.openxmlformats.org/drawingml/2006/main">
              <a:ext uri="{FF2B5EF4-FFF2-40B4-BE49-F238E27FC236}">
                <a16:creationId xmlns:a16="http://schemas.microsoft.com/office/drawing/2014/main" id="{3C04500A-1A00-423E-B305-9F1EE73B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69545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mode-summary">
            <a:extLst xmlns:a="http://schemas.openxmlformats.org/drawingml/2006/main">
              <a:ext uri="{FF2B5EF4-FFF2-40B4-BE49-F238E27FC236}">
                <a16:creationId xmlns:a16="http://schemas.microsoft.com/office/drawing/2014/main" id="{F60522A4-6B47-40EB-BBC4-0CB9F91D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6197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Choose the build mode for iteration speed or startup/runtime efficiency—not for a different renderer.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FFF729F6-AD3B-44C3-AE8C-B4EFCF3C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70710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BF09421D-852C-41C5-A7CE-A96CE44D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905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6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IMPLEMENTATION PRINCIPLE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B4C5950-C747-434C-ABAC-ACD83942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8300"/>
            <a:ext cx="104775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renderer.
</a:t>
            </a:r>
            <a:r>
              <a:rPr sz="54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Browser-native transport.</a:t>
            </a:r>
          </a:p>
        </p:txBody>
      </p:sp>
      <p:sp>
        <p:nvSpPr>
          <p:cNvPr id="3" name="close-details">
            <a:extLst xmlns:a="http://schemas.openxmlformats.org/drawingml/2006/main">
              <a:ext uri="{FF2B5EF4-FFF2-40B4-BE49-F238E27FC236}">
                <a16:creationId xmlns:a16="http://schemas.microsoft.com/office/drawing/2014/main" id="{15FF0F0C-40C9-4866-8517-EDAA13B6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00625"/>
            <a:ext cx="590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Retained C# scene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50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Batched binary command protocol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Direct WGSL execution on navigator.gpu</a:t>
            </a:r>
          </a:p>
        </p:txBody>
      </p:sp>
      <p:sp>
        <p:nvSpPr>
          <p:cNvPr id="4" name="close-sources">
            <a:extLst xmlns:a="http://schemas.openxmlformats.org/drawingml/2006/main">
              <a:ext uri="{FF2B5EF4-FFF2-40B4-BE49-F238E27FC236}">
                <a16:creationId xmlns:a16="http://schemas.microsoft.com/office/drawing/2014/main" id="{5A5684A3-B23B-4729-8954-DEB47447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43575"/>
            <a:ext cx="521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0"/>
              </a:spcAft>
              <a:buNone/>
              <a:defRPr sz="10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ProGPU README, IWebGpuApi, BrowserWebGpuApi, and progpu-browser.js</a:t>
            </a:r>
          </a:p>
        </p:txBody>
      </p:sp>
    </p:spTree>
    <p:extLst>
      <p:ext uri="{BB962C8B-B14F-4D97-AF65-F5344CB8AC3E}">
        <p14:creationId xmlns:p14="http://schemas.microsoft.com/office/powerpoint/2010/main" val="1214664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2026-07-16T20:00:03.0290000Z</dcterms:created>
  <dcterms:modified xsi:type="dcterms:W3CDTF">2026-07-16T20:00:03.0290000Z</dcterms:modified>
</coreProperties>
</file>